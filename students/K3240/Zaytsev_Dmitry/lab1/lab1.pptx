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1"/>
  </p:handout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180" y="8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7FC1A6D-CB9F-F36F-A6C2-7717B2E2C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9AE658-1713-30E1-C889-A9811A4E89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2E27D2-0FC3-44C3-ABC1-AB6ABFC6B0A7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AAE95C8-C3CB-A928-39C7-C46284FF2B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EA22ACD-8F72-B7A1-0F7F-34735E0ABE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4B17A-EC8C-4EB5-A965-639BA69F8B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9828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5F6B1F-C763-0865-3053-1F8046EB9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CC0BB0-BB18-EBA5-A4DB-57E1F9D08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58CC0A-AE80-F47B-5AD8-01D9D5CBC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5793-E9F0-4294-AC16-8D2D5D0DA27C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3F7828-31B0-CBD0-CDCC-752744574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4D21EE-1CB4-602B-6BEE-C336141F6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9F6B6-5224-4A5D-881A-E25583D7A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236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3A1F32-363B-74C0-1F75-DFDD2B52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BAF714-DAF7-0246-0827-355F32A65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5E1DC9-3D31-22B2-646F-0B113390F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5793-E9F0-4294-AC16-8D2D5D0DA27C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903EDA-DA86-A8ED-FCDB-5C57762F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6DCD78-1637-6418-B1EF-BA90255AF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9F6B6-5224-4A5D-881A-E25583D7A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608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659B1B-DA52-5B1E-28C6-982B55B86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4D1FF2-0F61-EECE-1B03-DA4E553FE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B9F0D1-B0A5-B403-431A-D386E2627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5793-E9F0-4294-AC16-8D2D5D0DA27C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ABCDF0-6F22-BB39-E846-08E78AE8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73967D-CF6E-FD51-6F6E-2F54EF5E6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9F6B6-5224-4A5D-881A-E25583D7A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2128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A1381-9DFC-3D6D-2373-764BC89FA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9C1C87-DF1D-ECB9-ACB4-0665B5B11C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98B0B1-E4DE-27F9-0273-BCC41216A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1482E0-BC49-ABB8-BF53-0E9909A9E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5793-E9F0-4294-AC16-8D2D5D0DA27C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D24476-9D2F-CF67-C822-9C53C9D19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754742-4098-C455-D192-F752A6028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9F6B6-5224-4A5D-881A-E25583D7A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56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8E825B-FFBC-59C0-5785-BCAADC892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7987C3-20AC-B1FB-CB17-51D9D332D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4176958-4094-E832-9215-4FB42228A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36AFE28-8487-8671-1A23-A1321E142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362A347-B7F1-8B36-AA36-295C17BF93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E7E2034-E6D6-8C83-3F43-615865F35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5793-E9F0-4294-AC16-8D2D5D0DA27C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3AA7564-1BEB-2BEA-9E72-F69C8DCB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4232F80-860B-B4D3-03B3-164CDE39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9F6B6-5224-4A5D-881A-E25583D7A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752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E98925-AB15-490B-95DB-466EAD761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2BDBF9C-B39E-3A1A-6F83-4FB1DF91B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5793-E9F0-4294-AC16-8D2D5D0DA27C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EB58D2E-90C4-A08F-37BE-910A3F8E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520F5D1-722B-892A-CDBB-AC3EA83E0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9F6B6-5224-4A5D-881A-E25583D7A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895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2D5C223-1D71-1297-144D-45BEB5079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5793-E9F0-4294-AC16-8D2D5D0DA27C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470A0E8-7F01-A8A3-86A1-7F7E7ECA9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BBAD88-A014-D977-339D-713233D4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9F6B6-5224-4A5D-881A-E25583D7A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4456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2E7B50-E65C-FB92-1105-3BACBE174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86F93B-25FA-EA56-4B64-56CDBD36B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61CDFC-927B-FA5E-6E0C-A731B803F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E7D843-500A-11CA-D800-6BA3956DB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5793-E9F0-4294-AC16-8D2D5D0DA27C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32D11E-6E55-EE0D-CDC7-3BF509D8C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9BB1A7-ECEC-BA49-EFA0-BF6A09C4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9F6B6-5224-4A5D-881A-E25583D7A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838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CF3E24-F9AD-DA28-BFA3-36782F4A4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D3C0A48-AAEC-BE69-A48D-0C128E6BA8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5DC67B-527F-59FE-44BA-8D4A75E8D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7D0BF1-8D95-2922-C1E3-656AE7B68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5793-E9F0-4294-AC16-8D2D5D0DA27C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539B20-0CC0-DE06-8A89-AD0F117E3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CBFEC8-4452-7C7C-C9D9-AA869C01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9F6B6-5224-4A5D-881A-E25583D7A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338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2F0F51-267A-0E07-CB60-2C1A7C4F6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70CB802-1A0D-020A-69CC-186962D8E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9F9856-BEEE-1FBE-FDB9-7C4E7A542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5793-E9F0-4294-AC16-8D2D5D0DA27C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88E3BF-49BE-2F8A-40F6-0DC740952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E14D34-56E8-1D89-1599-761C15832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9F6B6-5224-4A5D-881A-E25583D7A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49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F400D20-8450-36FD-40A8-AD602D10F4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E9DA84-FD2B-B44F-B6B8-61C19DC26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9E3E74-93CF-8511-276B-1E751E8A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5793-E9F0-4294-AC16-8D2D5D0DA27C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BF7516-2270-6371-7BB4-EDC912AF9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CEE65-7C17-5986-178B-9C908DA5B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9F6B6-5224-4A5D-881A-E25583D7A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704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A30D6C-96BF-2738-9220-D846AB36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97C3C0-D4D9-2422-F418-56FC517B3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9ADA45-B462-2D23-DDAC-F47DD84BE1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65793-E9F0-4294-AC16-8D2D5D0DA27C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4843E6-08A5-9E36-B973-4C9CD2E519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2FA1F3-A991-5E52-3BD7-844A36688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9F6B6-5224-4A5D-881A-E25583D7A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4537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BC6A4B-8A1B-2BAC-8452-06A1AD5BF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3395" y="1122363"/>
            <a:ext cx="9374605" cy="2387600"/>
          </a:xfrm>
        </p:spPr>
        <p:txBody>
          <a:bodyPr>
            <a:noAutofit/>
          </a:bodyPr>
          <a:lstStyle/>
          <a:p>
            <a:r>
              <a:rPr lang="ru-RU" sz="4400" dirty="0"/>
              <a:t>Тема</a:t>
            </a:r>
            <a:r>
              <a:rPr lang="en-US" sz="4400" dirty="0"/>
              <a:t>: </a:t>
            </a:r>
            <a:r>
              <a:rPr lang="ru-RU" sz="4400" dirty="0"/>
              <a:t>разработка ИС для автоматизации работы с клиентами и учета финансов в агентстве рекламы «Ньютон»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B32D2A-93C8-0487-EF1C-4A972FC72D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3396" y="3509963"/>
            <a:ext cx="4409572" cy="1771900"/>
          </a:xfrm>
        </p:spPr>
        <p:txBody>
          <a:bodyPr/>
          <a:lstStyle/>
          <a:p>
            <a:pPr algn="l"/>
            <a:r>
              <a:rPr lang="ru-RU" dirty="0"/>
              <a:t>Выполнил</a:t>
            </a:r>
            <a:r>
              <a:rPr lang="en-US" dirty="0"/>
              <a:t>:</a:t>
            </a:r>
          </a:p>
          <a:p>
            <a:pPr algn="l"/>
            <a:r>
              <a:rPr lang="ru-RU" dirty="0"/>
              <a:t>Зайцев Дмитрий Евгеньевич, </a:t>
            </a:r>
            <a:r>
              <a:rPr lang="en-US" dirty="0"/>
              <a:t>K3240</a:t>
            </a:r>
            <a:endParaRPr lang="ru-RU" dirty="0"/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D0EEA7C4-42FC-E0E7-F0F0-1BF34DFE458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9406" y="1"/>
            <a:ext cx="3167476" cy="12487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7ECB77DB-7FAF-5ACB-EF78-DCE0D223A093}"/>
              </a:ext>
            </a:extLst>
          </p:cNvPr>
          <p:cNvSpPr txBox="1">
            <a:spLocks/>
          </p:cNvSpPr>
          <p:nvPr/>
        </p:nvSpPr>
        <p:spPr>
          <a:xfrm>
            <a:off x="6388768" y="3509963"/>
            <a:ext cx="4700337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Преподаватель</a:t>
            </a:r>
            <a:r>
              <a:rPr lang="en-US" dirty="0"/>
              <a:t>:</a:t>
            </a:r>
          </a:p>
          <a:p>
            <a:pPr algn="l"/>
            <a:r>
              <a:rPr lang="ru-RU" dirty="0"/>
              <a:t>Говорова Марина Михайловна</a:t>
            </a:r>
          </a:p>
        </p:txBody>
      </p:sp>
    </p:spTree>
    <p:extLst>
      <p:ext uri="{BB962C8B-B14F-4D97-AF65-F5344CB8AC3E}">
        <p14:creationId xmlns:p14="http://schemas.microsoft.com/office/powerpoint/2010/main" val="3056836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5CC888-F2DA-8862-67E9-1F0881DA1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356704-9D2C-0296-69A0-AEDB8717D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Краткое описание</a:t>
            </a:r>
            <a:r>
              <a:rPr lang="en-US" dirty="0"/>
              <a:t>: </a:t>
            </a:r>
            <a:r>
              <a:rPr lang="ru-RU" dirty="0"/>
              <a:t>небольшое предприятие, 3 сотрудника.</a:t>
            </a:r>
          </a:p>
          <a:p>
            <a:r>
              <a:rPr lang="ru-RU" dirty="0"/>
              <a:t>Услуги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Изготовление наружной рекламы (баннеры вывески и </a:t>
            </a:r>
            <a:r>
              <a:rPr lang="ru-RU" dirty="0" err="1"/>
              <a:t>тд</a:t>
            </a:r>
            <a:r>
              <a:rPr lang="ru-RU" dirty="0"/>
              <a:t>).</a:t>
            </a:r>
          </a:p>
          <a:p>
            <a:pPr lvl="1"/>
            <a:r>
              <a:rPr lang="ru-RU" dirty="0"/>
              <a:t>Полиграфия (визитки, буклеты)</a:t>
            </a:r>
          </a:p>
          <a:p>
            <a:pPr lvl="1"/>
            <a:r>
              <a:rPr lang="ru-RU" dirty="0"/>
              <a:t>Монтаж	</a:t>
            </a:r>
          </a:p>
          <a:p>
            <a:r>
              <a:rPr lang="ru-RU" dirty="0"/>
              <a:t>Проблема</a:t>
            </a:r>
            <a:r>
              <a:rPr lang="en-US" dirty="0"/>
              <a:t> - </a:t>
            </a:r>
            <a:r>
              <a:rPr lang="ru-RU" dirty="0"/>
              <a:t>работа ведется без ИС, что влечет</a:t>
            </a:r>
            <a:r>
              <a:rPr lang="en-US" dirty="0"/>
              <a:t>: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Потерю времени</a:t>
            </a:r>
          </a:p>
          <a:p>
            <a:pPr lvl="1"/>
            <a:r>
              <a:rPr lang="ru-RU" dirty="0"/>
              <a:t>Отсутствие целостности данных </a:t>
            </a:r>
          </a:p>
          <a:p>
            <a:pPr lvl="1"/>
            <a:r>
              <a:rPr lang="ru-RU" dirty="0"/>
              <a:t>Ручному управлению (человеческий фактор) </a:t>
            </a:r>
          </a:p>
          <a:p>
            <a:pPr marL="457200" lvl="1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7252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FED8E-C866-E292-4A67-90C6FEA69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5E4BB9-D2BD-9664-6845-1CC9D138F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Актуальность – отсутствие централизованной системы управления влечет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Потерю времени </a:t>
            </a:r>
          </a:p>
          <a:p>
            <a:pPr lvl="1"/>
            <a:r>
              <a:rPr lang="ru-RU" dirty="0"/>
              <a:t>Риск потери данных </a:t>
            </a:r>
          </a:p>
          <a:p>
            <a:pPr lvl="1"/>
            <a:r>
              <a:rPr lang="ru-RU" dirty="0"/>
              <a:t>Усложнение процессов на каждом этапе</a:t>
            </a:r>
          </a:p>
          <a:p>
            <a:r>
              <a:rPr lang="ru-RU" dirty="0"/>
              <a:t>Цель</a:t>
            </a:r>
            <a:r>
              <a:rPr lang="en-US" dirty="0"/>
              <a:t> </a:t>
            </a:r>
            <a:r>
              <a:rPr lang="ru-RU" dirty="0"/>
              <a:t>–</a:t>
            </a:r>
            <a:r>
              <a:rPr lang="en-US" dirty="0"/>
              <a:t> </a:t>
            </a:r>
            <a:r>
              <a:rPr lang="ru-RU" dirty="0"/>
              <a:t>разработать АИС, покрывающую весь цикл выполнения заказа на рекламу. </a:t>
            </a:r>
          </a:p>
          <a:p>
            <a:r>
              <a:rPr lang="ru-RU" dirty="0"/>
              <a:t>Задачи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Проанализировать бизнес-процессы</a:t>
            </a:r>
          </a:p>
          <a:p>
            <a:pPr lvl="1"/>
            <a:r>
              <a:rPr lang="ru-RU" dirty="0"/>
              <a:t>Разработать интерфейсы для пользователей</a:t>
            </a:r>
          </a:p>
          <a:p>
            <a:pPr lvl="1"/>
            <a:r>
              <a:rPr lang="ru-RU" dirty="0"/>
              <a:t>Начать проектировать </a:t>
            </a:r>
            <a:r>
              <a:rPr lang="ru-RU" dirty="0" err="1"/>
              <a:t>бд</a:t>
            </a:r>
            <a:endParaRPr lang="ru-RU" dirty="0"/>
          </a:p>
          <a:p>
            <a:pPr lvl="1"/>
            <a:endParaRPr lang="en-US" dirty="0"/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2415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691F9E-95FC-63C5-A807-F20208266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и средства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0DD66D-DCF6-9E10-820A-2A89DA8E7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Методология</a:t>
            </a:r>
            <a:r>
              <a:rPr lang="en-US" dirty="0"/>
              <a:t>: DFD</a:t>
            </a:r>
          </a:p>
          <a:p>
            <a:r>
              <a:rPr lang="en-US" dirty="0"/>
              <a:t>CASE-</a:t>
            </a:r>
            <a:r>
              <a:rPr lang="ru-RU" dirty="0"/>
              <a:t>средство</a:t>
            </a:r>
            <a:r>
              <a:rPr lang="en-US" dirty="0"/>
              <a:t>: Erwin Process Modeler</a:t>
            </a:r>
          </a:p>
        </p:txBody>
      </p:sp>
    </p:spTree>
    <p:extLst>
      <p:ext uri="{BB962C8B-B14F-4D97-AF65-F5344CB8AC3E}">
        <p14:creationId xmlns:p14="http://schemas.microsoft.com/office/powerpoint/2010/main" val="1347485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01E5DB-FD44-56E5-6DD4-930CC858A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бизнес-процессов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E34728-F019-4216-C01D-CC3ACD904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83405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Директор – получает заявку от клиента и даёт указания.</a:t>
            </a:r>
          </a:p>
          <a:p>
            <a:r>
              <a:rPr lang="ru-RU" dirty="0"/>
              <a:t>Макетчик – получает договор и создает макет.</a:t>
            </a:r>
          </a:p>
          <a:p>
            <a:r>
              <a:rPr lang="ru-RU" dirty="0"/>
              <a:t>Мастер – получает финальный макет и сообщает о готовности.</a:t>
            </a:r>
          </a:p>
          <a:p>
            <a:r>
              <a:rPr lang="ru-RU" dirty="0"/>
              <a:t>Клиент – подает заявку, подписывает договор и вносит правки.</a:t>
            </a:r>
          </a:p>
          <a:p>
            <a:r>
              <a:rPr lang="ru-RU" dirty="0"/>
              <a:t>Поставщик – получает запросы на поставки и информирует о их совершении.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660EEF6-29EC-81DF-A42E-CE6409AB7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605" y="1690688"/>
            <a:ext cx="7724274" cy="434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498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2DEB18-FDF3-2B06-4C4C-BF792A864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92A2B66-4B4D-C3A0-A4BE-CCFCB7F767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143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EDD93-4AEF-800D-5389-E052D86D9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Детализация процессов и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E59475-B9F7-2F71-19AB-E2353DBC7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3743" y="1359568"/>
            <a:ext cx="3783932" cy="4817395"/>
          </a:xfrm>
        </p:spPr>
        <p:txBody>
          <a:bodyPr>
            <a:normAutofit fontScale="92500"/>
          </a:bodyPr>
          <a:lstStyle/>
          <a:p>
            <a:r>
              <a:rPr lang="ru-RU" dirty="0"/>
              <a:t>Диаграмма детализирует процессы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Взаимодействие</a:t>
            </a:r>
            <a:r>
              <a:rPr lang="en-US" dirty="0"/>
              <a:t>: </a:t>
            </a:r>
            <a:r>
              <a:rPr lang="ru-RU" dirty="0"/>
              <a:t>правки, утверждение макета, уведомления.</a:t>
            </a:r>
          </a:p>
          <a:p>
            <a:pPr lvl="1"/>
            <a:r>
              <a:rPr lang="ru-RU" dirty="0"/>
              <a:t>Производство</a:t>
            </a:r>
            <a:r>
              <a:rPr lang="en-US" dirty="0"/>
              <a:t>: </a:t>
            </a:r>
            <a:r>
              <a:rPr lang="ru-RU" dirty="0"/>
              <a:t>заявки на материалы, статус готовности.</a:t>
            </a:r>
          </a:p>
          <a:p>
            <a:pPr lvl="1"/>
            <a:r>
              <a:rPr lang="ru-RU" dirty="0"/>
              <a:t>Финансы</a:t>
            </a:r>
            <a:r>
              <a:rPr lang="en-US" dirty="0"/>
              <a:t>: </a:t>
            </a:r>
            <a:r>
              <a:rPr lang="ru-RU" dirty="0"/>
              <a:t>создание счета, отслеживание оплаты.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17E877-EFCF-2759-D2BE-03A41E4A4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9568"/>
            <a:ext cx="7874668" cy="415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78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6C667-3A37-C2CB-6146-4A77E2AA8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BEA54E-D250-E104-9F7E-0A5706CCD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A7C2E1-3169-3D87-84BD-450AD8AD5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764"/>
            <a:ext cx="12192000" cy="643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79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99B5B8-20BB-9B43-3F9D-7F7E14833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AF70A3-A82F-4757-F85A-CFDE39FFD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Цель достигнута.</a:t>
            </a:r>
          </a:p>
        </p:txBody>
      </p:sp>
    </p:spTree>
    <p:extLst>
      <p:ext uri="{BB962C8B-B14F-4D97-AF65-F5344CB8AC3E}">
        <p14:creationId xmlns:p14="http://schemas.microsoft.com/office/powerpoint/2010/main" val="35667372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229</Words>
  <Application>Microsoft Office PowerPoint</Application>
  <PresentationFormat>Широкоэкранный</PresentationFormat>
  <Paragraphs>41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Тема Office</vt:lpstr>
      <vt:lpstr>Тема: разработка ИС для автоматизации работы с клиентами и учета финансов в агентстве рекламы «Ньютон»</vt:lpstr>
      <vt:lpstr>Введение</vt:lpstr>
      <vt:lpstr>Цель и задачи.</vt:lpstr>
      <vt:lpstr>Методы и средства</vt:lpstr>
      <vt:lpstr>Анализ бизнес-процессов</vt:lpstr>
      <vt:lpstr>Презентация PowerPoint</vt:lpstr>
      <vt:lpstr>Детализация процессов и данных</vt:lpstr>
      <vt:lpstr>Презентация PowerPoint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d89140</dc:creator>
  <cp:lastModifiedBy>d89140</cp:lastModifiedBy>
  <cp:revision>1</cp:revision>
  <dcterms:created xsi:type="dcterms:W3CDTF">2026-03-04T11:20:37Z</dcterms:created>
  <dcterms:modified xsi:type="dcterms:W3CDTF">2026-03-04T17:17:56Z</dcterms:modified>
</cp:coreProperties>
</file>